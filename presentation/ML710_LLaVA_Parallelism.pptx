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101010"/>
                </a:solidFill>
              </a:rPr>
              <a:t>Parallelizing LLaVA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023360"/>
            <a:ext cx="1124712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555555"/>
                </a:solidFill>
              </a:rPr>
              <a:t>ML710 course project · MBZUAI</a:t>
            </a:r>
          </a:p>
          <a:p>
            <a:pPr algn="ctr"/>
            <a:r>
              <a:rPr sz="1800">
                <a:solidFill>
                  <a:srgbClr val="555555"/>
                </a:solidFill>
              </a:rPr>
              <a:t>Rassul Magauin · Omar Ahmed · Youssef Ghallab
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MBZUAI HPC, ws-ia partition: 2 nodes × 1 RTX 5000 Ada (32 GB), Ethernet ~1 Gbps.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No NVLink, no InfiniBand. Cross-node comm goes over a slow link.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The gpu partition has a 1-GPU-per-user QOS, so multi-GPU = two salloc sessions + torchrun.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Software: PyTorch 2.1.2, DeepSpeed 0.12.6, Transformers 4.37.2, peft 0.6.0.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Team of three, each owning at least one non-trivial parallelism strategy: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Pipeline parallelism — Youssef Ghallab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DeepSpeed ZeRO-1, ZeRO-2, and ZeRO-3 — Omar Ahmed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PyTorch FSDP and Tensor Parallelism — Rassul Magauin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The model: LLaVA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Liu et al., "Visual Instruction Tuning" (NeurIPS 2023). Multimodal: image + text → text.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About 7B parameters total, in three pieces: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CLIP ViT-L/14-336 vision encoder — frozen.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2-layer MLP projection — small, trainable.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Vicuna-7B language model — frozen in Stage 1, fine-tuned in Stage 2.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Two-stage training: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Stage 1 trains only the projection (~80 MB) on 558K image-caption pairs.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Stage 2 fine-tunes the projection plus the LLM on 665K instructions.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We use Stage 2 because it has meaningful gradient communication. Stage 1's AllReduce is too small to matter.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Stage 2 — what we trained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Starting checkpoint: liuhaotian/llava-v1.5-7b. The CLIP and MLP were already trained in Stage 1.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Dataset: 10K random samples from llava_instruct_150k.json with COCO 2014 train images. One epoch keeps each run under an hour.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Training target: LoRA adapters (r=128, α=256) on the LLM, plus the full MLP projection.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≈4.6% of total parameters — about 340M of 7.4B.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AdamW, bf16, gradient checkpointing, cosine schedule.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Effective batch sizes vary so each method actually fits in memory: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DDP, ZeRO-1, ZeRO-2: 32 (per_device=16, world=2)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Pipeline: 16 (per_device=1, accum=16, world=2)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ZeRO-3, FSDP, TP: 8 (per_device=1, accum=4, world=2)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TP trains the projection only — no LoRA, since LoRA on TP-sharded base linears is fragile in PyTorch 2.1.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What we compared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Single-GPU LoRA — reference for what no parallelism looks like.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DDP (DeepSpeed ZeRO-0) — naïve baseline; the model is replicated, gradients are AllReduce'd.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Pipeline parallelism — the model is split across the two nodes layer-wise. Owned by Ghallab.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ZeRO-1 — DDP with sharded optimizer states. Owned by Omar.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ZeRO-2 — same plus sharded gradients. Owned by Omar.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ZeRO-3 — same plus sharded parameters. Owned by Omar.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PyTorch FSDP — PyTorch-native equivalent of ZeRO-3. Owned by Rassul.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Tensor Parallel — splits each layer's matmuls across the two nodes. Owned by Rassul.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Every multi-node run uses the same two ws-ia nodes, same Ethernet link.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Baseline 1: single GPU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One RTX 5000 Ada, batch size 1, 10000 steps for one epoch over the 10K subset.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Wall time: 96 minutes.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Throughput: 1.74 samples/sec.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Peak GPU memory: 25.7 GiB out of 32. Fits comfortably.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Average GPU utilization: 11%.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CPU-bound on data preprocessing — dataloader_num_workers=0, single-threaded image loading.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The GPU spends most of its time waiting for the next batch.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Final loss: 1.32 (avg 1.10 across the run).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Reference for what 'no parallelism' looks like before we add anything.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Baseline 2: DDP across two nodes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85216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PyTorch DistributedDataParallel via torchrun --nnodes=2.</a:t>
            </a:r>
          </a:p>
          <a:p>
            <a:pPr lvl="1">
              <a:spcAft>
                <a:spcPts val="400"/>
              </a:spcAft>
            </a:pPr>
            <a:r>
              <a:rPr sz="1700">
                <a:solidFill>
                  <a:srgbClr val="555555"/>
                </a:solidFill>
              </a:rPr>
              <a:t>    –  DeepSpeed ZeRO-0 — no sharding, each rank holds the whole model.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Per-device batch 16, effective batch 32, 313 steps for one epoch.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Wall time: 74.8 min — about 1.3× faster than single GPU.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Throughput: 2.22 samples/sec.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Peak GPU memory: 30.7 GiB.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GPU utilization: 70.7%.</a:t>
            </a:r>
          </a:p>
          <a:p>
            <a:pPr lvl="1">
              <a:spcAft>
                <a:spcPts val="400"/>
              </a:spcAft>
            </a:pPr>
            <a:r>
              <a:rPr sz="1700">
                <a:solidFill>
                  <a:srgbClr val="555555"/>
                </a:solidFill>
              </a:rPr>
              <a:t>    –  Visible AllReduce stalls when both nodes wait on cross-node Ethernet.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Final loss: 1.04. This is the reference everything else is compared against.</a:t>
            </a:r>
          </a:p>
        </p:txBody>
      </p:sp>
      <p:pic>
        <p:nvPicPr>
          <p:cNvPr id="4" name="Picture 3" descr="loss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4592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8346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>
                <a:solidFill>
                  <a:srgbClr val="101010"/>
                </a:solidFill>
              </a:rPr>
              <a:t>Pipeline Parallelism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How we built it (Ghallab)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Manual two-stage pipeline. We didn't use torchgpipe or DeepSpeed-Pipeline.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Custom training loop: LLaVA/llava/train/train_pipe_dist.py (~520 lines).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Gloo backend for cross-node send/recv. NCCL had ordering issues with our mixed-dtype activations.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The model is cut at decoder layer k. There are 32 decoder layers in Vicuna-7B.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Rank 0 holds the vision tower (frozen), the MLP projection, and decoder layers 0..k-1.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Rank 1 holds layers k..31, the final norm, the LM head, and computes loss.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Activations flow forward, gradients flow back, by hand.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Gradient accumulation 16, microbatch 1 → effective batch 16. LoRA is added on each rank's local layers.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Finding a split that 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Picking the layer index k matters more than expected.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k = 16 (50/50 by layer count): rank 0 OOMs in the first forward.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Vision tower + image features sit on rank 0. With layers 0..15 it hits 31.4 GiB — over the 32 GiB card.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k = 8 (push work to rank 1): rank 1 OOMs.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LM head + final norm + layers 8..31 hit 31.0 GiB.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k = 12 with microbatch 1 + grad accum 16: both ranks fit.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Rank 1 ≈ 31.4 GiB, rank 0 ≈ 28 GiB. Run completes 625/625 steps.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Lesson: layer count is a poor proxy for memory cost. The vision tower and LM head are heavier than they look.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Pipeline —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85216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Wall time: 72.1 min. Almost identical to DDP.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Throughput: 2.31 samples/sec — 1.04× DDP. Barely faster.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Effective batch 16, half of DDP, so fewer steps per epoch.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Peak GPU memory: 31.4 GiB on the heavier rank.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GPU utilization is uneven: rank 0 at 34%, rank 1 at 56%.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  –  Whichever rank finishes its layers first sits idle until the other catches up.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  –  Gloo is much slower than NCCL, so the comm gap is wider.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Final loss: 1.57 — higher than DDP because of the smaller effective batch.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Pipeline made the model fit. It did not make it faster.</a:t>
            </a:r>
          </a:p>
        </p:txBody>
      </p:sp>
      <p:pic>
        <p:nvPicPr>
          <p:cNvPr id="4" name="Picture 3" descr="gpu_utilization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82880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8346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>
                <a:solidFill>
                  <a:srgbClr val="101010"/>
                </a:solidFill>
              </a:rPr>
              <a:t>DeepSpeed ZeRO-1 / ZeRO-2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ZeRO-1 vs ZeRO-2 (Omar)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Both are data parallelism with sharded state. The difference is what gets sharded.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ZeRO-1:</a:t>
            </a:r>
          </a:p>
          <a:p>
            <a:pPr lvl="1">
              <a:spcAft>
                <a:spcPts val="400"/>
              </a:spcAft>
            </a:pPr>
            <a:r>
              <a:rPr sz="1700">
                <a:solidFill>
                  <a:srgbClr val="555555"/>
                </a:solidFill>
              </a:rPr>
              <a:t>    –  Optimizer states sharded. Gradients still AllReduce'd (like DDP), parameters replicated.</a:t>
            </a:r>
          </a:p>
          <a:p>
            <a:pPr lvl="1">
              <a:spcAft>
                <a:spcPts val="400"/>
              </a:spcAft>
            </a:pPr>
            <a:r>
              <a:rPr sz="1700">
                <a:solidFill>
                  <a:srgbClr val="555555"/>
                </a:solidFill>
              </a:rPr>
              <a:t>    –  After the optimizer step, AllGather to put updated parameters back on every rank.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ZeRO-2 adds gradient sharding via ReduceScatter:</a:t>
            </a:r>
          </a:p>
          <a:p>
            <a:pPr lvl="1">
              <a:spcAft>
                <a:spcPts val="400"/>
              </a:spcAft>
            </a:pPr>
            <a:r>
              <a:rPr sz="1700">
                <a:solidFill>
                  <a:srgbClr val="555555"/>
                </a:solidFill>
              </a:rPr>
              <a:t>    –  Gradients land on their owner-rank shards directly, no AllReduce.</a:t>
            </a:r>
          </a:p>
          <a:p>
            <a:pPr lvl="1">
              <a:spcAft>
                <a:spcPts val="400"/>
              </a:spcAft>
            </a:pPr>
            <a:r>
              <a:rPr sz="1700">
                <a:solidFill>
                  <a:srgbClr val="555555"/>
                </a:solidFill>
              </a:rPr>
              <a:t>    –  Each rank takes one optimizer step on its shard, then AllGather params back.</a:t>
            </a:r>
          </a:p>
          <a:p>
            <a:pPr lvl="1">
              <a:spcAft>
                <a:spcPts val="400"/>
              </a:spcAft>
            </a:pPr>
            <a:r>
              <a:rPr sz="1700">
                <a:solidFill>
                  <a:srgbClr val="555555"/>
                </a:solidFill>
              </a:rPr>
              <a:t>    –  Comm volume per step is roughly 1.5× the model size — same as ZeRO-1, different schedule.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On a LoRA workload, both win mostly from DeepSpeed's bucketed async overlap, not from the sharding itself.</a:t>
            </a:r>
          </a:p>
          <a:p>
            <a:pPr lvl="1">
              <a:spcAft>
                <a:spcPts val="400"/>
              </a:spcAft>
            </a:pPr>
            <a:r>
              <a:rPr sz="1700">
                <a:solidFill>
                  <a:srgbClr val="555555"/>
                </a:solidFill>
              </a:rPr>
              <a:t>    –  ZeRO-1 throughput is between DDP and ZeRO-2; ZeRO-2 is fastest because ReduceScatter overlaps better with backward.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ZeRO-1 / ZeRO-2 —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85216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Both at effective batch 32, full epoch (313 steps).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ZeRO-1: 65 min, 2.56 sps, 28.8 GiB, 81% util, loss 1.14 — 1.15× DDP.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ZeRO-2: 58 min, 2.85 sps, 27.6 GiB, 89% util, loss 1.11 — 1.28× DDP.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  –  The only method that beats plain DDP outright.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Why ZeRO-2 edges out ZeRO-1: ReduceScatter overlaps with the backward pass, AllReduce doesn't as cleanly.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Why the speedup over DDP isn't 2×: LoRA's optimizer state is tiny — most of the win is overlap, not sharding.</a:t>
            </a:r>
          </a:p>
        </p:txBody>
      </p:sp>
      <p:pic>
        <p:nvPicPr>
          <p:cNvPr id="4" name="Picture 3" descr="gpu_utilization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82880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8346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>
                <a:solidFill>
                  <a:srgbClr val="101010"/>
                </a:solidFill>
              </a:rPr>
              <a:t>DeepSpeed ZeRO-3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ZeRO-3: shard everything (Omar)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Same data-parallel semantics as ZeRO-2. Each rank still sees a different microbatch.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The difference: parameters are also sharded across the two ranks.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Per-step comm now happens at every layer, twice: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  –  Forward pass: AllGather parameters for layer N → compute → drop them.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  –  Backward pass: AllGather them again → compute gradients → drop again.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  –  ReduceScatter the gradients at the end of backward, then run the optimizer on each shard.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On 2 ranks, ~7 GB of parameters live on each. But every layer briefly re-materializes its full ~430 MB on every rank.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Back-of-envelope per microbatch: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  –  AllGather other rank's 7 GB shard, fwd + bwd → ~14 GB cross-node per microbatch.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  –  × 4 microbatches per optimizer step + ReduceScatter at end ≈ ~63 GB on the wire per step.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  –  Over 1 Gbps Ethernet that's minutes of pure comm — DeepSpeed bucketed-async overlap (50 MB) is the only thing keeping it tractable.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We used configs/zero3_bounded_async.json to cap allgather/reduce buckets.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ZeRO-3 —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Hit the SLURM time limit before finishing. Reached 292 of 1250 steps in 3 h 52 min.</a:t>
            </a:r>
          </a:p>
          <a:p>
            <a:pPr lvl="1">
              <a:spcAft>
                <a:spcPts val="400"/>
              </a:spcAft>
            </a:pPr>
            <a:r>
              <a:rPr sz="1700">
                <a:solidFill>
                  <a:srgbClr val="555555"/>
                </a:solidFill>
              </a:rPr>
              <a:t>    –  Each step took about 48 seconds. Projected full run: 16.5 hours.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Throughput: 0.17 samples/sec — about 13× slower than DDP.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Peak GPU memory: 22 GiB — actual sharding showing up.</a:t>
            </a:r>
          </a:p>
          <a:p>
            <a:pPr lvl="1">
              <a:spcAft>
                <a:spcPts val="400"/>
              </a:spcAft>
            </a:pPr>
            <a:r>
              <a:rPr sz="1700">
                <a:solidFill>
                  <a:srgbClr val="555555"/>
                </a:solidFill>
              </a:rPr>
              <a:t>    –  But memory was never the bottleneck on this card. Communication was.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GPU utilization: 99%. This is misleading.</a:t>
            </a:r>
          </a:p>
          <a:p>
            <a:pPr lvl="1">
              <a:spcAft>
                <a:spcPts val="400"/>
              </a:spcAft>
            </a:pPr>
            <a:r>
              <a:rPr sz="1700">
                <a:solidFill>
                  <a:srgbClr val="555555"/>
                </a:solidFill>
              </a:rPr>
              <a:t>    –  DeepSpeed pipelines comm with compute, so 'utilization' includes time spent waiting on AllGather.</a:t>
            </a:r>
          </a:p>
          <a:p>
            <a:pPr lvl="1">
              <a:spcAft>
                <a:spcPts val="400"/>
              </a:spcAft>
            </a:pPr>
            <a:r>
              <a:rPr sz="1700">
                <a:solidFill>
                  <a:srgbClr val="555555"/>
                </a:solidFill>
              </a:rPr>
              <a:t>    –  High util doesn't mean fast — it means the engine kept the GPU busy on something.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Last logged loss: 1.31. Convergence was fine — the run was just too slow to finish.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Diagnosis: per-layer AllGather over 1 Gbps Ethernet is the wall.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8346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>
                <a:solidFill>
                  <a:srgbClr val="101010"/>
                </a:solidFill>
              </a:rPr>
              <a:t>PyTorch FSDP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FSDP: PyTorch's take (Rassul)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PyTorch-native equivalent of ZeRO-3. Same algorithm, different implementation.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Design choices that differ from DeepSpeed:</a:t>
            </a:r>
          </a:p>
          <a:p>
            <a:pPr lvl="1">
              <a:spcAft>
                <a:spcPts val="400"/>
              </a:spcAft>
            </a:pPr>
            <a:r>
              <a:rPr sz="1700">
                <a:solidFill>
                  <a:srgbClr val="555555"/>
                </a:solidFill>
              </a:rPr>
              <a:t>    –  Each transformer block is wrapped as one FSDP unit (a contiguous FlatParameter).</a:t>
            </a:r>
          </a:p>
          <a:p>
            <a:pPr lvl="1">
              <a:spcAft>
                <a:spcPts val="400"/>
              </a:spcAft>
            </a:pPr>
            <a:r>
              <a:rPr sz="1700">
                <a:solidFill>
                  <a:srgbClr val="555555"/>
                </a:solidFill>
              </a:rPr>
              <a:t>    –  AllGather happens at the unit boundary, not per-tensor.</a:t>
            </a:r>
          </a:p>
          <a:p>
            <a:pPr lvl="1">
              <a:spcAft>
                <a:spcPts val="400"/>
              </a:spcAft>
            </a:pPr>
            <a:r>
              <a:rPr sz="1700">
                <a:solidFill>
                  <a:srgbClr val="555555"/>
                </a:solidFill>
              </a:rPr>
              <a:t>    –  Mixed precision is set explicitly via a policy (we used bf16).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Our config: full_shard auto_wrap on LlamaDecoderLayer, use_orig_params=True (required for LoRA), cpu_ram_efficient_loading=true.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Two LLaVA-specific bugs we had to patch to get this running:</a:t>
            </a:r>
          </a:p>
          <a:p>
            <a:pPr lvl="1">
              <a:spcAft>
                <a:spcPts val="400"/>
              </a:spcAft>
            </a:pPr>
            <a:r>
              <a:rPr sz="1700">
                <a:solidFill>
                  <a:srgbClr val="555555"/>
                </a:solidFill>
              </a:rPr>
              <a:t>    –  self.vision_tower[0] crashes when loading from a vendored checkpoint where vision_tower isn't a list.</a:t>
            </a:r>
          </a:p>
          <a:p>
            <a:pPr lvl="1">
              <a:spcAft>
                <a:spcPts val="400"/>
              </a:spcAft>
            </a:pPr>
            <a:r>
              <a:rPr sz="1700">
                <a:solidFill>
                  <a:srgbClr val="555555"/>
                </a:solidFill>
              </a:rPr>
              <a:t>    –  LoRA adapters are created in fp32 after the base model is cast to bf16. FSDP requires uniform dtype, so we cast LoRA to bf16 too.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FSDP —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85216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Ran to step 292 — matched ZeRO-3's stopping point — at 84 s/step.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Wall time: 6.8 h. Throughput: 0.095 sps — ~22× slower than DDP, ~1.8× slower than ZeRO-3.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Peak GPU memory: 31.6 GiB (right at the card's limit).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GPU utilization: 97.5%. Final loss: 1.34 — matches ZeRO-3 within noise (same algorithm).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Why slower than ZeRO-3 on the same hardware?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  –  DeepSpeed's bounded async (50 MB buckets) overlaps comm with compute aggressively.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  –  FSDP's defaults wait for each block's AllGather to finish before computing.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  –  Same algorithm, different async behavior — the difference is real on a slow link.</a:t>
            </a:r>
          </a:p>
        </p:txBody>
      </p:sp>
      <p:pic>
        <p:nvPicPr>
          <p:cNvPr id="4" name="Picture 3" descr="gpu_utilization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82880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8346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>
                <a:solidFill>
                  <a:srgbClr val="101010"/>
                </a:solidFill>
              </a:rPr>
              <a:t>Tensor Parallelism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Tensor Parallel: split the matmuls (Rassul)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Megatron-style intra-layer model parallelism. Each LlamaDecoderLayer's linear sublayers are sharded column-wise or row-wise across the two ranks.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Sharding plan, applied per layer via torch.distributed.tensor.parallel.parallelize_module: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  –  q_proj, k_proj, v_proj, gate_proj, up_proj — Colwise (output dim split).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  –  o_proj, down_proj — Rowwise (input dim split, AllReduce on output).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  –  After parallelize, num_heads / num_key_value_heads / hidden_size are halved per rank.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Per-step communication: ~6 cross-node AllReduces per layer × 32 layers × 2 (fwd+bwd) ≈ 384 collectives per microbatch, × 4 grad-accum.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We trained the MLP projection only — LoRA on TP-sharded base linears is fragile in PyTorch 2.1.2 (DTensor + LoRA's lora_A/B reshape don't compose cleanly).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Custom 2-rank torchrun launcher: LLaVA/llava/train/train_tp_dist.py + scripts/run_stage2_tp.sh.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TP —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85216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Ran a full epoch — 1250 steps × effective batch 8 — at 11 s/step.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Wall time: 3.85 h. Throughput: 0.72 sps — 0.32× DDP, but 4× faster than ZeRO-3 and 8× faster than FSDP.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  –  TP ships ~2 GB of activations per microbatch vs ZeRO-3's ~14 GB of weights — order of magnitude less.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Peak GPU memory: 30.6 GiB. GPU util: 77.7%. Final loss: 1.03 — matches DDP at full epoch.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Takeaway: TP is the only model-parallel method actually usable on this link.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  –  Still 3× slower than DDP — per-layer collectives accumulate Ethernet latency.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  –  Designed for NVLink, where AllReduce is essentially free.</a:t>
            </a:r>
          </a:p>
        </p:txBody>
      </p:sp>
      <p:pic>
        <p:nvPicPr>
          <p:cNvPr id="4" name="Picture 3" descr="gpu_utilization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82880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8346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>
                <a:solidFill>
                  <a:srgbClr val="101010"/>
                </a:solidFill>
              </a:rPr>
              <a:t>Putting it all together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Throughput by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i="1">
                <a:solidFill>
                  <a:srgbClr val="555555"/>
                </a:solidFill>
              </a:rPr>
              <a:t>ZeRO-2 wins, ZeRO-1 close behind. ZeRO-3 / FSDP collapse on Ethernet; TP in the middle.</a:t>
            </a:r>
          </a:p>
        </p:txBody>
      </p:sp>
      <p:pic>
        <p:nvPicPr>
          <p:cNvPr id="4" name="Picture 3" descr="1_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276" y="1737360"/>
            <a:ext cx="7772400" cy="51816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Peak GPU memory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i="1">
                <a:solidFill>
                  <a:srgbClr val="555555"/>
                </a:solidFill>
              </a:rPr>
              <a:t>ZeRO-3 shards the most. FSDP and TP saturate the card. ZeRO-2 hits a sweet spot.</a:t>
            </a:r>
          </a:p>
        </p:txBody>
      </p:sp>
      <p:pic>
        <p:nvPicPr>
          <p:cNvPr id="4" name="Picture 3" descr="4_gpu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276" y="1737360"/>
            <a:ext cx="7772400" cy="51816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Goodput — loss reduction per second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i="1">
                <a:solidFill>
                  <a:srgbClr val="555555"/>
                </a:solidFill>
              </a:rPr>
              <a:t>Full-epoch methods cluster on top; cross-layer-comm methods (ZeRO-3 / FSDP / TP) sit below, ordered by throughput.</a:t>
            </a:r>
          </a:p>
        </p:txBody>
      </p:sp>
      <p:pic>
        <p:nvPicPr>
          <p:cNvPr id="4" name="Picture 3" descr="9a_goodput_per_s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276" y="1737360"/>
            <a:ext cx="7772400" cy="51816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Loss vs step (smoothed)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i="1">
                <a:solidFill>
                  <a:srgbClr val="555555"/>
                </a:solidFill>
              </a:rPr>
              <a:t>All methods follow the same loss-vs-step curve at matched batch. TP's curve extends further because its smaller batch (8 vs 32) needs 1250 steps for a full epoch.</a:t>
            </a:r>
          </a:p>
        </p:txBody>
      </p:sp>
      <p:pic>
        <p:nvPicPr>
          <p:cNvPr id="4" name="Picture 3" descr="6_loss_vs_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6" y="1737360"/>
            <a:ext cx="82296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What we learned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ZeRO-2 wins for LoRA on slow interconnects (1.28× DDP). ZeRO-1 is close behind at 1.15×.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Pipeline parallelism made the model fit but not faster — Gloo cross-node transfers cost more than DDP's single AllReduce.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ZeRO-3 and FSDP fall apart over 1 Gbps Ethernet — per-layer AllGather of bf16 weights is intractable.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Implementation matters: DeepSpeed ZeRO-3 is ~1.7× faster than PyTorch FSDP, thanks to better overlap.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Tensor Parallel is the only model-parallel method actually usable here — 3× slower than DDP, but ships ~7× less data than ZeRO-3.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The heavy methods (ZeRO-3, FSDP, TP) all need NVLink or InfiniBand. Wrong tool for Ethernet.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A 7B model with LoRA fits comfortably on one 32 GiB card — pick a data-parallel variant.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101010"/>
                </a:solidFill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023360"/>
            <a:ext cx="1124712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555555"/>
                </a:solidFill>
              </a:rPr>
              <a:t>Questions?</a:t>
            </a:r>
          </a:p>
          <a:p>
            <a:pPr algn="ctr"/>
            <a:r>
              <a:rPr sz="1800">
                <a:solidFill>
                  <a:srgbClr val="555555"/>
                </a:solidFill>
              </a:rPr>
              <a:t>github.com/rassulmagauin/ml710 · ZERO2_RESULTS.md · results_explanation.md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